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803" r:id="rId2"/>
    <p:sldId id="833" r:id="rId3"/>
    <p:sldId id="824" r:id="rId4"/>
    <p:sldId id="828" r:id="rId5"/>
    <p:sldId id="805" r:id="rId6"/>
    <p:sldId id="829" r:id="rId7"/>
    <p:sldId id="832" r:id="rId8"/>
    <p:sldId id="830" r:id="rId9"/>
    <p:sldId id="83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6F36E-9097-4007-80BA-1FBE04F5EBE4}" v="7" dt="2026-03-21T09:13:17.942"/>
    <p1510:client id="{5690C35E-1A56-411A-B989-CF79E89084DE}" v="2" dt="2026-03-21T17:30:28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 varScale="1">
        <p:scale>
          <a:sx n="70" d="100"/>
          <a:sy n="70" d="100"/>
        </p:scale>
        <p:origin x="1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1606826" y="4364173"/>
            <a:ext cx="897834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3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Contract And Financial Intelligence Platform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176619" y="2828856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members &amp; roles</a:t>
            </a:r>
            <a:endParaRPr lang="en-US" sz="3200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151325"/>
              </p:ext>
            </p:extLst>
          </p:nvPr>
        </p:nvGraphicFramePr>
        <p:xfrm>
          <a:off x="1045029" y="1415143"/>
          <a:ext cx="10341428" cy="436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0714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5170714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72683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72683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Khushi Mahesh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Head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72683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 Priya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Contact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72683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Sujay Gowda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72683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Pavani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72683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Olivia Sam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107" y="2444974"/>
            <a:ext cx="10519785" cy="1681614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 algn="just">
              <a:spcBef>
                <a:spcPts val="27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users sign contracts without understanding complex legal terms, leading to hidden risks and financial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loss.There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 simple way to identify penalties, unfair clauses, or actual financial impact before signing.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95" y="0"/>
            <a:ext cx="7937961" cy="838202"/>
          </a:xfrm>
        </p:spPr>
        <p:txBody>
          <a:bodyPr/>
          <a:lstStyle/>
          <a:p>
            <a:r>
              <a:rPr lang="en-US" sz="32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User/ Customer Understanding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89639-2FA0-E129-3EE2-B72C76D2A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11" y="838202"/>
            <a:ext cx="3744110" cy="2227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F1DC1-2AF5-CC4E-54A1-CA0DC90C82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4" r="9175"/>
          <a:stretch>
            <a:fillRect/>
          </a:stretch>
        </p:blipFill>
        <p:spPr>
          <a:xfrm>
            <a:off x="986611" y="3368180"/>
            <a:ext cx="3744110" cy="2227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44AA98-CC8E-9404-DA98-7FAC3CC802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01" y="3336351"/>
            <a:ext cx="3744110" cy="2227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9EFC93-60CA-EB38-22B4-0A3AE1C872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01" y="838202"/>
            <a:ext cx="3744110" cy="22270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662328-0B64-A273-EF54-33CAFC4C7D3D}"/>
              </a:ext>
            </a:extLst>
          </p:cNvPr>
          <p:cNvSpPr txBox="1"/>
          <p:nvPr/>
        </p:nvSpPr>
        <p:spPr>
          <a:xfrm>
            <a:off x="1097279" y="3060403"/>
            <a:ext cx="363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Naptico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Green Energy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Solars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Private Limited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52C2C-3918-8A96-6480-756C4B5C080C}"/>
              </a:ext>
            </a:extLst>
          </p:cNvPr>
          <p:cNvSpPr txBox="1"/>
          <p:nvPr/>
        </p:nvSpPr>
        <p:spPr>
          <a:xfrm>
            <a:off x="8052815" y="3028574"/>
            <a:ext cx="363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Khushi Medico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41ABF-2F60-A263-95C8-E14306E14A69}"/>
              </a:ext>
            </a:extLst>
          </p:cNvPr>
          <p:cNvSpPr txBox="1"/>
          <p:nvPr/>
        </p:nvSpPr>
        <p:spPr>
          <a:xfrm>
            <a:off x="1097279" y="5599974"/>
            <a:ext cx="363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Auditor and Tech-Savvy Professional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86444-8E2A-641A-F565-AD3FEB573CCE}"/>
              </a:ext>
            </a:extLst>
          </p:cNvPr>
          <p:cNvSpPr txBox="1"/>
          <p:nvPr/>
        </p:nvSpPr>
        <p:spPr>
          <a:xfrm>
            <a:off x="7957165" y="5595227"/>
            <a:ext cx="363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Amrutha Associates</a:t>
            </a:r>
          </a:p>
        </p:txBody>
      </p:sp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07" y="0"/>
            <a:ext cx="6211927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Ideal Customer Profile (ICP)</a:t>
            </a:r>
            <a:endParaRPr lang="en-US" sz="3200" b="1" u="sng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37F04-AAE7-1412-D97C-6869CE5F9DB2}"/>
              </a:ext>
            </a:extLst>
          </p:cNvPr>
          <p:cNvSpPr txBox="1"/>
          <p:nvPr/>
        </p:nvSpPr>
        <p:spPr>
          <a:xfrm>
            <a:off x="893007" y="969583"/>
            <a:ext cx="104059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Demographic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professionals (age 25–50)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Roles: Administrators, Managers, Data Analysts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Organizations: Colleges, NGOs, Small &amp; Medium Businesses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 Basic computer knowledge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Psychographic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Wants to save time in analyzing documents and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manual analysis repetitive and time-consuming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Prefers simple and automated tools for ease of use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quick insights for faster decision-making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clarity and accuracy, especially before making decisions</a:t>
            </a:r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28" y="0"/>
            <a:ext cx="6211927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Customer Persona (CP)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794A7-673E-8375-F4F7-96B7DCD04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29" y="659011"/>
            <a:ext cx="3050335" cy="28893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4E5397-EAFC-ACF9-B30D-C47CD3F14A43}"/>
              </a:ext>
            </a:extLst>
          </p:cNvPr>
          <p:cNvSpPr txBox="1"/>
          <p:nvPr/>
        </p:nvSpPr>
        <p:spPr>
          <a:xfrm>
            <a:off x="596228" y="3548374"/>
            <a:ext cx="50113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Rahul Sharma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Freelance Software Developer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Bengaluru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Type: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Freelancer (IT Services)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005E3-3CFD-EA01-0E71-BEC3BE0B7BD5}"/>
              </a:ext>
            </a:extLst>
          </p:cNvPr>
          <p:cNvSpPr txBox="1"/>
          <p:nvPr/>
        </p:nvSpPr>
        <p:spPr>
          <a:xfrm>
            <a:off x="5351270" y="659011"/>
            <a:ext cx="657116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professional working as a freelancer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5–10 clients monthly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to moderate technical knowledge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Psychographic Profile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deals with contracts and technical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Wants quick and simple understanding of complex content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manual reading and analysis time-consuming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Prefers automated tools that simplify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clear insights before making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0"/>
            <a:ext cx="6211927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Product USP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2972-71CF-5F3C-FC9D-E36A0D2D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811" y="616945"/>
            <a:ext cx="10916378" cy="4847421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spcBef>
                <a:spcPts val="27"/>
              </a:spcBef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Simplifies complex contracts into easy language, saving time and confusion</a:t>
            </a:r>
            <a:b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Detects hidden risks, penalties, and unfair clauses before signing</a:t>
            </a:r>
            <a:b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Calculates real financial impact, helping users avoid unexpected losses</a:t>
            </a:r>
            <a:b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AI chatbot for instant contract-related queries</a:t>
            </a:r>
            <a:b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Unique combination of contract analysis + risk detection + financial simulation in one platform</a:t>
            </a:r>
            <a:b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Unlike other tools, it focuses on both legal understanding and financial intelligence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99" y="0"/>
            <a:ext cx="7045685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 Cases &amp; High level Requirements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ADE7-0B30-77FD-7C8B-41A1B856F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99" y="955067"/>
            <a:ext cx="10801201" cy="4749562"/>
          </a:xfrm>
        </p:spPr>
        <p:txBody>
          <a:bodyPr spcFirstLastPara="1" vert="horz" wrap="square" lIns="121920" tIns="60960" rIns="121920" bIns="60960" rtlCol="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Contract Risk Analysis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Upload agreement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Highlighted risks + clear summary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Clause Simplification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Complex legal text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Simple, easy-to-understand explanation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Missing Clause Detection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Draft agreement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Alerts for missing critical clauses (e.g., termination, penalties)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4. Payment &amp; Liability Breakdown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Financial clauses in contract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Clear breakdown of payment structure and user obligations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0"/>
            <a:ext cx="7045685" cy="838202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Prototype Demo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C467C-1123-D120-313B-48BD21BA4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32" y="1086916"/>
            <a:ext cx="5385816" cy="4225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57D86D-BA15-391B-6F68-A7BCD219F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114" y="1086916"/>
            <a:ext cx="6151054" cy="422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645</Words>
  <Application>Microsoft Office PowerPoint</Application>
  <PresentationFormat>Widescreen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Problem Statement</vt:lpstr>
      <vt:lpstr> User/ Customer Understanding</vt:lpstr>
      <vt:lpstr>Ideal Customer Profile (ICP)</vt:lpstr>
      <vt:lpstr>Customer Persona (CP)</vt:lpstr>
      <vt:lpstr>Product USP</vt:lpstr>
      <vt:lpstr>Use Cases &amp; High level Requirements</vt:lpstr>
      <vt:lpstr>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Khushi Mahesh</cp:lastModifiedBy>
  <cp:revision>6</cp:revision>
  <dcterms:created xsi:type="dcterms:W3CDTF">2025-09-17T04:00:39Z</dcterms:created>
  <dcterms:modified xsi:type="dcterms:W3CDTF">2026-03-26T17:07:56Z</dcterms:modified>
</cp:coreProperties>
</file>